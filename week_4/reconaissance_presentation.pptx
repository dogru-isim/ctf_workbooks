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360000" y="180000"/>
            <a:ext cx="9360000" cy="221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35247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66891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36000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35247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66891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3DC534-892C-4205-8FD1-9071F1D530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26ABFA9-BF10-4D5B-A49A-52A37FA912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E16F73-0A69-4FCA-BA65-4B69269CB2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5A7C648-B4F8-4957-B794-EF38D0B203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323350-54ED-4D9D-A215-840DDC58F7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360000" y="180000"/>
            <a:ext cx="9360000" cy="221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073587-949D-4645-9B25-545F70A828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C0DE24-B0C2-41E1-987E-5B59CD06B5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BA4760-51EE-4D33-B265-E9987802F6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32EFDC7-D881-4704-BAB2-E110A71CEF9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F2BA95-A099-42DE-81EB-C7C6576B0E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7ACEE5-021B-4DD2-981D-2A9106D1265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5247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66891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36000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5247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66891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CB1165-0B05-4536-B4B8-A89CD59A390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E9E0030-FC6F-4134-9F44-C9CC64A120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ubTitle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BB1AFCD-03C4-44B9-AF7E-7FEB53A396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CDC3329-BDDA-4347-90C4-EBF686F531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16787C0-C3DA-49BB-A163-625DB4ADEF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BCEF779-8249-4F0C-8215-8635E84D6B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ubTitle"/>
          </p:nvPr>
        </p:nvSpPr>
        <p:spPr>
          <a:xfrm>
            <a:off x="360000" y="180000"/>
            <a:ext cx="9360000" cy="221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725EF92-0BC8-434F-BE57-9872153A4A7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DC86517-C38C-4D48-B14B-8CA7B6DC06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269C74F-F750-482E-A170-44A74EA90A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C0BC4AA-A345-4A64-9306-CB856FBE4B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A5928A0-AEB4-4172-BAD0-5A3E7D4B99C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2CD89AF-410E-4ADA-85A0-2BFE2116FEF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35247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/>
          </p:nvPr>
        </p:nvSpPr>
        <p:spPr>
          <a:xfrm>
            <a:off x="66891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/>
          </p:nvPr>
        </p:nvSpPr>
        <p:spPr>
          <a:xfrm>
            <a:off x="36000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/>
          </p:nvPr>
        </p:nvSpPr>
        <p:spPr>
          <a:xfrm>
            <a:off x="35247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/>
          </p:nvPr>
        </p:nvSpPr>
        <p:spPr>
          <a:xfrm>
            <a:off x="66891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B315290-92EB-4A4F-964F-CAE4283D75E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 flipH="1" flipV="1">
            <a:off x="0" y="4500000"/>
            <a:ext cx="1008000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dd4100"/>
                </a:solidFill>
                <a:latin typeface="Arial"/>
              </a:rPr>
              <a:t>Click to edit the title text format</a:t>
            </a: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60000" cy="16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8000"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9bdd"/>
                </a:solidFill>
                <a:latin typeface="Arial"/>
              </a:rPr>
              <a:t>Second Outline Level</a:t>
            </a:r>
            <a:endParaRPr b="0" lang="en-US" sz="2100" spc="-1" strike="noStrike">
              <a:solidFill>
                <a:srgbClr val="009bdd"/>
              </a:solidFill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9bdd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9bdd"/>
              </a:solidFill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Fourth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Fifth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Sixth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Seventh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"/>
          <p:cNvSpPr txBox="1"/>
          <p:nvPr/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"/>
          <p:cNvSpPr txBox="1"/>
          <p:nvPr/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fld id="{8D7B5986-061B-4230-AC01-AB9AFB340BF1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10076760" cy="7200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" name=""/>
          <p:cNvSpPr/>
          <p:nvPr/>
        </p:nvSpPr>
        <p:spPr>
          <a:xfrm>
            <a:off x="3240" y="5040000"/>
            <a:ext cx="10076760" cy="6314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9bdd"/>
                </a:solidFill>
                <a:latin typeface="Arial"/>
              </a:rPr>
              <a:t>Second Outline Level</a:t>
            </a:r>
            <a:endParaRPr b="0" lang="en-US" sz="2100" spc="-1" strike="noStrike">
              <a:solidFill>
                <a:srgbClr val="009bdd"/>
              </a:solidFill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9bdd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9bdd"/>
              </a:solidFill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Fourth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Fifth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Sixth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Seventh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algn="r">
              <a:buNone/>
            </a:pPr>
            <a:fld id="{A57E7B04-3DDB-466D-9856-9A619677B473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>
            <a:off x="0" y="0"/>
            <a:ext cx="10076760" cy="7200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"/>
          <p:cNvSpPr/>
          <p:nvPr/>
        </p:nvSpPr>
        <p:spPr>
          <a:xfrm>
            <a:off x="3240" y="5040000"/>
            <a:ext cx="10076760" cy="6314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9bdd"/>
                </a:solidFill>
                <a:latin typeface="Arial"/>
              </a:rPr>
              <a:t>Second Outline Level</a:t>
            </a:r>
            <a:endParaRPr b="0" lang="en-US" sz="2100" spc="-1" strike="noStrike">
              <a:solidFill>
                <a:srgbClr val="009bdd"/>
              </a:solidFill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9bdd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9bdd"/>
              </a:solidFill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Fourth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Fifth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Sixth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Seventh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algn="r">
              <a:buNone/>
            </a:pPr>
            <a:fld id="{3812A4C9-74E9-4E96-91C9-A4CB9756BFD3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github.com/g0ldencybersec/gungnir" TargetMode="External"/><Relationship Id="rId2" Type="http://schemas.openxmlformats.org/officeDocument/2006/relationships/hyperlink" Target="https://scout.dnsdb.info/" TargetMode="External"/><Relationship Id="rId3" Type="http://schemas.openxmlformats.org/officeDocument/2006/relationships/slideLayout" Target="../slideLayouts/slideLayout2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In Today’s Episode of CInG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Learn how to discover an organization’s public assets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Learn how to investigate what you found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Learn how to be stealthy during the process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Practical challenges against real organizations !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698EF86-AA5C-48F7-B3F5-28956C9498E6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91318E36-CC05-42F8-94FD-069B4B645A08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(Small) Warning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We will be performing reconnaissance against real organizations.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While doing the challenges, make sure you don’t perform active scans.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If you find a vulnerability, please let the responsible people know before you announce it.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DF3E291-4E54-4C97-B739-088C808CFFED}" type="slidenum">
              <a:t>2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981B30D8-F8A9-4132-B829-2E34210FC2EC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ASN Lookup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An ASN is basically an IP range.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Some organizations have entire IP ranges (ASNs) assigned to them.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Discover which ASNs belong to an organization: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https://bgp.he.net/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B01A526-3777-4491-BBEB-E305E477F466}" type="slidenum">
              <a:t>3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C12076BD-3D71-47E0-A4BF-7ECEB3C9B676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Apex Domain Discovery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example.com and tue.nl are example apex domains.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Organizations can have more than 1 apex domain.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Finding all of them is not straightforward.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519086C-1E6F-480B-863C-575BEA81C983}" type="slidenum">
              <a:t>4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EDDE2EA8-C0F7-4385-9E5B-9C5D5D05D26C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Apex Domain Discovery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Whoxy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Tenant domain lookup: https://micahvandeusen.com/tools/tenant-domains/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6BC148B-B9C6-4001-A21D-4FE615EE90D2}" type="slidenum">
              <a:t>5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702E4E40-06FE-4251-8B96-BC8A0D47EE73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Subdomain Discovery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How to discover an organization’s public assets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example.com → phpmyadmin.example.com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0A0031E-485E-40AF-8C06-662C702F5773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410EA653-5DC4-47FB-BFE3-14A0BC5378D2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Subdomain Discovery (Passive)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Chill way to discover new subdomains: https://crt.name/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Fastest way to discover new domains: </a:t>
            </a:r>
            <a:r>
              <a:rPr b="0" lang="en-US" sz="2400" spc="-1" strike="noStrike">
                <a:solidFill>
                  <a:srgbClr val="009bdd"/>
                </a:solidFill>
                <a:latin typeface="Arial"/>
                <a:hlinkClick r:id="rId1"/>
              </a:rPr>
              <a:t>https://github.com/g0ldencybersec/gungnir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Reliable way to find subdomains hosted by cloud providers: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https://github.com/g0ldencybersec/caduceus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Biggest DNS database out there: </a:t>
            </a:r>
            <a:r>
              <a:rPr b="0" lang="en-US" sz="2400" spc="-1" strike="noStrike">
                <a:solidFill>
                  <a:srgbClr val="009bdd"/>
                </a:solidFill>
                <a:latin typeface="Arial"/>
                <a:hlinkClick r:id="rId2"/>
              </a:rPr>
              <a:t>https://scout.dnsdb.info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E485CE7-2941-41CD-8AB3-552379C9EF72}" type="slidenum">
              <a:t>7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22912E1B-E6B9-400B-9AA3-9FB291759787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Service and Version Discovery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Fast active port scanner: https://github.com/projectdiscovery/naabu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Shodan: Discover open ports and version information passively.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Shodan: Discover publicly facing IoT devices (routers, firewalls, cameras...)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E86401D-670F-435C-A775-554D8A5F676B}" type="slidenum">
              <a:t>8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B7A336B9-0582-409A-BEF6-C7556C4097F6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GitHub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Organizations can provide the source code of their applications on GitHub.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Sometimes they put things on GitHub that they should not.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Scan for leaked secrets in a database: https://github.com/gitleaks/gitleaks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7A03086-9E66-4C6D-8D03-1B60266DAF16}" type="slidenum">
              <a:t>9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C79BA5A4-A546-4AF2-B7F1-1BE5C93E2F0D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Other Sources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https://github.com/Dogru-Isim/CTF_Workbooks/blob/main/week_4/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https://www.youtube.com/watch?v=evyxNUzl-HA&amp;pp=ygUhYnVnIGJvdW50eSByZWNvbmFpc3NhbmNlIGJsYWNraGF0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https://www.youtube.com/watch?v=B1YcflQRvOI&amp;pp=ygUUbW9kZXJuIHJlY29uYWlzc2FuY2U%3D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017B085-84E0-4192-9141-B331BFF22D24}" type="slidenum">
              <a:t>10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fld id="{DA4E9AF9-D0EB-4940-91F7-0870B0FDBE55}" type="datetime1">
              <a:rPr lang="en-US"/>
              <a:t>10/01/2026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2026-10-01T18:02:51Z</dcterms:created>
  <dc:creator/>
  <dc:description/>
  <dc:language>en-US</dc:language>
  <cp:lastModifiedBy/>
  <dcterms:modified xsi:type="dcterms:W3CDTF">2026-10-01T18:17:54Z</dcterms:modified>
  <cp:revision>3</cp:revision>
  <dc:subject/>
  <dc:title>Blue Curve</dc:title>
</cp:coreProperties>
</file>