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1F0E3-392E-4A4C-92C3-F822DFD0C7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6DF4F9-856B-4575-8979-8F143DE308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359C6-0301-4E62-95C5-0A64BE0363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0E4ABE-ECAE-4A50-82C8-83ECEB0678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167B6-2F61-4B63-A40B-2E552B33E7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54AF2D-0A19-4CAC-9E79-16F0778295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393C6-BC65-4B6C-8E22-BEEC3056F0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A1A156-4A88-42C6-8CB1-B27C364598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F6BC8-91FC-467A-9FB8-BD790A60F7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827D96-9B57-494E-BCAB-7AE61B9C95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D1208-CB85-471C-ADBF-42F0591D05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1BF7DA-40B5-4C4C-87D8-79E71894EF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3297E8-EB3D-4C80-8875-4870A05EDF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C9D82C-7A2F-4C33-BFBC-709F494390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2E3818-DF1D-4125-8955-0C2F828725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969E12-818D-478D-A534-3265C6F742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2233E4-9C3A-4B40-BFD3-9C3C6CE587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EC8F1-54FF-463F-9116-B8AA031372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AD3D0-3E46-4E51-A4E1-F800C0F35D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51D8D0-09C4-41DC-91F8-A1A92B5D2C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0CFD42-9951-4447-9F58-CDD62A9134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A8BDEF-02C0-4877-A234-EC4DF61180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F9FA70-F1DA-4861-A2CC-DC5F7243E1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13DCA6-DC20-4E8B-A735-EBCC1A451A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fld id="{334CCA9F-F2BA-41DD-8C58-E7FDA6DD627A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4A3A32A7-9091-4D1E-B06C-CFF0EEA340E0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algn="r">
              <a:buNone/>
            </a:pPr>
            <a:fld id="{D28CB7AC-331D-4CB7-86E3-04FE6D463278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github.com/g0ldencybersec/gungnir" TargetMode="External"/><Relationship Id="rId2" Type="http://schemas.openxmlformats.org/officeDocument/2006/relationships/hyperlink" Target="https://scout.dnsdb.info/" TargetMode="External"/><Relationship Id="rId3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In Today’s Episode of CInG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Learn how to discover an organization’s public assets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Learn how to investigate what you found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Learn how to be stealthy during the process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Practical challenges against real organizations !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4CAB83-CD26-47A3-8493-7C5A03797F58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0A792ADE-781E-4514-994B-59413E381BF9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(Small) Warning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We will be performing reconnaissance against real organizations.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While doing the challenges, make sure you don’t perform active scans.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If you find a vulnerability, please let the responsible people know before you announce it.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83CB8-A62B-45CB-9B81-5FD00D7C40AF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493A1D63-012F-456F-9A0D-92A30CE679B6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ASN Lookup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An ASN is basically an IP range.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Some organizations have entire IP ranges (ASNs) assigned to them.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Discover which ASNs belong to an organization: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https://bgp.he.net/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1FC98-235F-4F25-85B6-CF5E890CD9AF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DAF4ED46-2844-4F32-A380-E48092323676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Apex Domain Discovery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example.com and tue.nl are example apex domains.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Organizations can have more than 1 apex domain.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Finding all of them is not straightforward.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146E26-D8D1-42A8-AD22-A8096109198C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A8201140-4841-484B-A7A4-9BA2F1BD2B9B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Apex Domain Discovery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Whoxy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Tenant domain lookup: https://micahvandeusen.com/tools/tenant-domains/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70EC0D-5ADE-4EB3-B369-CA0F5C56AA7A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FB248626-16BE-4AC4-987B-F938408992C2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Subdomain Discovery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How to discover an organization’s public assets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example.com → phpmyadmin.example.com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4A5E25-F827-492A-ABF9-0ADCD6A3E557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BEA203A6-C37A-43D0-84D2-933B23944860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Subdomain Discovery (Passive)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Chill way to discover new subdomains: https://crt.name/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Fastest way to discover new domains: </a:t>
            </a:r>
            <a:r>
              <a:rPr b="0" lang="en-US" sz="2400" spc="-1" strike="noStrike">
                <a:solidFill>
                  <a:srgbClr val="009bdd"/>
                </a:solidFill>
                <a:latin typeface="Arial"/>
                <a:hlinkClick r:id="rId1"/>
              </a:rPr>
              <a:t>https://github.com/g0ldencybersec/gungnir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Reliable way to find subdomains hosted by cloud providers: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https://github.com/g0ldencybersec/caduceus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Biggest DNS database out there: </a:t>
            </a:r>
            <a:r>
              <a:rPr b="0" lang="en-US" sz="2400" spc="-1" strike="noStrike">
                <a:solidFill>
                  <a:srgbClr val="009bdd"/>
                </a:solidFill>
                <a:latin typeface="Arial"/>
                <a:hlinkClick r:id="rId2"/>
              </a:rPr>
              <a:t>https://scout.dnsdb.info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921D6F-6A2C-4F6F-AB72-66EA35572BA4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25C741CE-9CC2-4E03-A14E-093A8C859989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Service and Version Discovery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Fast active port scanner: https://github.com/projectdiscovery/naabu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Shodan: Discover open ports and version information passively.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Shodan: Discover publicly facing IoT devices (routers, firewalls, cameras...)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F5DBD2-CB16-4DD7-9079-9361B4E01A6E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01C0E44D-CE0F-4D5B-A8DA-1A524E32AAEE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GitHub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Organizations can provide the source code of their applications on GitHub.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Sometimes they put things on GitHub that they should not.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Scan for leaked secrets in a database: https://github.com/gitleaks/gitleaks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1E4403-C2EB-43A7-8C67-CD0B5ADB2249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289783B9-C41D-49E8-9DE0-38A16CBE2314}" type="datetime1">
              <a:rPr lang="en-US"/>
              <a:t>10/01/2026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2026-10-01T18:02:51Z</dcterms:created>
  <dc:creator/>
  <dc:description/>
  <dc:language>en-US</dc:language>
  <cp:lastModifiedBy/>
  <dcterms:modified xsi:type="dcterms:W3CDTF">2026-10-01T18:11:39Z</dcterms:modified>
  <cp:revision>2</cp:revision>
  <dc:subject/>
  <dc:title>Blue Curve</dc:title>
</cp:coreProperties>
</file>