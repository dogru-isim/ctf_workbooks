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3A9E16-40B3-49C4-A59F-28EDB8B776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B26194-1A86-4524-93DD-5800D0F5AB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54C68B-B8CB-4E84-AA80-43715A002C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74D302-E489-4CB2-8BE4-74E6606866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0EDDFB-F7A1-4915-BAB5-F2B46BCB9F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E1D3F-2605-4211-B497-D29C0B7A69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5398EE-431A-456A-9B06-12C6700E58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7B653E-3DF2-4199-BF03-E3454600DA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4BC346-C389-4B56-8E8B-224E620F1A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41F50C-A449-4816-ACAD-2E880084B6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46C23D-2A33-42FB-9EF5-8A95C7C617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4DECAC-1F0B-4588-B793-34BE110CF9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4C9575-3C6C-4B53-B075-7C567A70CA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F16E67-BA80-40CC-8434-554C8BD037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8A931D-E439-4FA4-9F98-E1CA49BAF9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D3BC2C-B216-408F-B701-9F1EB98A2B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336C57-D288-4E49-8361-070098BE22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72DF52-3BB4-40DD-8648-5260E86D25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9BFD5E-D844-4941-ADED-94E9BDB1B5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137369-1B5C-42E7-9EF4-00F7AA4943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251464-9F05-4661-B51A-CE8E40FC30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76EB67-910C-464F-920F-4F8C8E5893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9328D4-E039-41B2-9154-6F3460AB1B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FBDA27-5559-492D-8463-73B702E834F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fld id="{84D98CD8-7AB1-4DB1-9A70-0478E410C2EC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buNone/>
            </a:pPr>
            <a:fld id="{DF678856-671A-475A-ACA8-23E632550256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buNone/>
            </a:pPr>
            <a:fld id="{8806FC6C-FD6C-42B8-AAD8-296F47EE6707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tinyurl.com/rv5p7p53" TargetMode="External"/><Relationship Id="rId2" Type="http://schemas.openxmlformats.org/officeDocument/2006/relationships/hyperlink" Target="https://youtube.com/@MalwareResearchDiary" TargetMode="External"/><Relationship Id="rId3" Type="http://schemas.openxmlformats.org/officeDocument/2006/relationships/hyperlink" Target="https://washi1337.github.io/ctf-writeups/" TargetMode="External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Practice Reverse Engineering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Housekeeping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We’re in the process of organizing the signup and preparation of CTFs with Windows Forms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Fill in the CTF participant form (find this in the WhatsApp chat)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TraceLabs registrations (another form is coming up)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8A230F-E5FE-4AB4-921F-6CE63B9DE5D9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8507CF9-4ED2-407A-96FB-4ACA4297E9EB}" type="datetime1">
              <a:rPr lang="en-US"/>
              <a:t>10/16/2026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Workbook / Resources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Workbook: </a:t>
            </a:r>
            <a:r>
              <a:rPr b="0" lang="en-US" sz="2400" spc="-1" strike="noStrike">
                <a:solidFill>
                  <a:srgbClr val="009bdd"/>
                </a:solidFill>
                <a:latin typeface="Arial"/>
                <a:hlinkClick r:id="rId1"/>
              </a:rPr>
              <a:t>https://tinyurl.com/rv5p7p53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Hack till 19:30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  <a:hlinkClick r:id="rId2"/>
              </a:rPr>
              <a:t>https://youtube.com/@MalwareResearchDiary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  <a:hlinkClick r:id="rId3"/>
              </a:rPr>
              <a:t>https://washi1337.github.io/ctf-writeups/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Practice, practice, practice * 100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4"/>
          <a:stretch/>
        </p:blipFill>
        <p:spPr>
          <a:xfrm>
            <a:off x="7315200" y="914400"/>
            <a:ext cx="2514600" cy="251460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560723-A418-49F3-BCC0-D96995887925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78EED1EE-F522-4975-8228-7A39E2A073EA}" type="datetime1">
              <a:rPr lang="en-US"/>
              <a:t>10/16/2026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2026-10-14T17:33:26Z</dcterms:created>
  <dc:creator/>
  <dc:description/>
  <dc:language>en-US</dc:language>
  <cp:lastModifiedBy/>
  <dcterms:modified xsi:type="dcterms:W3CDTF">2026-10-16T15:04:22Z</dcterms:modified>
  <cp:revision>2</cp:revision>
  <dc:subject/>
  <dc:title>Blue Curve</dc:title>
</cp:coreProperties>
</file>